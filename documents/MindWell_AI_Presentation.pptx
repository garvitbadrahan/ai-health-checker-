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1072865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D9488"/>
                </a:solidFill>
              </a:defRPr>
            </a:pPr>
            <a:r>
              <a:t>🌿 UN SUSTAINABLE DEVELOPMENT GOAL 3: GOOD HEALTH &amp; WELL-BEING</a:t>
            </a:r>
          </a:p>
          <a:p>
            <a:pPr>
              <a:spcAft>
                <a:spcPts val="1600"/>
              </a:spcAft>
              <a:defRPr sz="3400" b="1">
                <a:solidFill>
                  <a:srgbClr val="065F46"/>
                </a:solidFill>
              </a:defRPr>
            </a:pPr>
            <a:r>
              <a:t>MindWell AI: Youth Mental Health Screening &amp; Support Agent</a:t>
            </a:r>
          </a:p>
          <a:p>
            <a:pPr>
              <a:defRPr sz="1600">
                <a:solidFill>
                  <a:srgbClr val="1F2937"/>
                </a:solidFill>
              </a:defRPr>
            </a:pPr>
            <a:r>
              <a:t>An intelligent, evidence-informed web platform for 24/7 mental health check-ins, standardized PHQ-9 / GAD-7 screening, and early disease triage.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B7280"/>
                </a:solidFill>
              </a:defRPr>
            </a:pPr>
            <a:r>
              <a:t>Author: Garvit Badrahan | Project Code: ai-health-checker- | Ready for Vercel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F3D0"/>
                </a:solidFill>
              </a:defRPr>
            </a:pPr>
            <a:r>
              <a:t>UN SDG 3: GOOD HEALTH &amp; WELL-BEING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Problem Statement &amp; Systemic 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ECFDF5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1">
                <a:solidFill>
                  <a:srgbClr val="065F46"/>
                </a:solidFill>
              </a:defRPr>
            </a:pPr>
            <a:r>
              <a:t>"Lack of mental health support among youth results in stress and anxiety. This project aims to create an AI-powered chatbot for mental wellness check-ins and guidance."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13455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65F46"/>
                </a:solidFill>
              </a:defRPr>
            </a:pPr>
            <a:r>
              <a:t>01. Pervasive Stigma &amp; Judgment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Youth suffer silently rather than visiting on-campus counselors due to fear of peer stigma, confidentiality worries, or parental reprimand.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743200"/>
            <a:ext cx="3413455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65F46"/>
                </a:solidFill>
              </a:defRPr>
            </a:pPr>
            <a:r>
              <a:t>02. Severe Healthcare Deficit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Less than 1 psychiatrist per 100,000 population in developing nations. In Western nations, adolescent counseling waitlists average 3-9 months.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743200"/>
            <a:ext cx="3413455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65F46"/>
                </a:solidFill>
              </a:defRPr>
            </a:pPr>
            <a:r>
              <a:t>03. Escalation to Somatic Illness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Untreated chronic stress turns into tension headaches, insomnia, digestive disorders, and academic dropout (SDG Target 3.d gap).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F3D0"/>
                </a:solidFill>
              </a:defRPr>
            </a:pPr>
            <a:r>
              <a:t>UN SDG 3: GOOD HEALTH &amp; WELL-BEING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Alignment with UN Sustainable Development Goal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065F46"/>
                </a:solidFill>
              </a:defRPr>
            </a:pPr>
            <a:r>
              <a:t>Target 3.4: Promote Mental Health &amp; Well-being</a:t>
            </a:r>
          </a:p>
          <a:p>
            <a:pPr>
              <a:spcAft>
                <a:spcPts val="1600"/>
              </a:spcAft>
              <a:defRPr sz="1300">
                <a:solidFill>
                  <a:srgbClr val="1F2937"/>
                </a:solidFill>
              </a:defRPr>
            </a:pPr>
            <a:r>
              <a:t>By 2030, reduce by one-third premature mortality from non-communicable diseases through prevention and treatment and promote mental health and well-being.</a:t>
            </a:r>
          </a:p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MindWell AI Impact: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Provides continuous, confidential psychoeducation, stress de-escalation, and standardized depression/anxiety screening directly accessible to youth anywhere.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065F46"/>
                </a:solidFill>
              </a:defRPr>
            </a:pPr>
            <a:r>
              <a:t>Target 3.d: Early Warning &amp; Risk Reduction</a:t>
            </a:r>
          </a:p>
          <a:p>
            <a:pPr>
              <a:spcAft>
                <a:spcPts val="1600"/>
              </a:spcAft>
              <a:defRPr sz="1300">
                <a:solidFill>
                  <a:srgbClr val="1F2937"/>
                </a:solidFill>
              </a:defRPr>
            </a:pPr>
            <a:r>
              <a:t>Strengthen the capacity of all countries for early warning, risk reduction, and management of national and global health risks.</a:t>
            </a:r>
          </a:p>
          <a:p>
            <a:pPr>
              <a:spcAft>
                <a:spcPts val="600"/>
              </a:spcAft>
              <a:defRPr sz="1400" b="1">
                <a:solidFill>
                  <a:srgbClr val="0D9488"/>
                </a:solidFill>
              </a:defRPr>
            </a:pPr>
            <a:r>
              <a:t>MindWell AI Impact: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Early somatic symptom checker catches physical warning signs early, prevents psychosomatic deterioration, and rapidly connects acute crisis patients to emergency helplines.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F3D0"/>
                </a:solidFill>
              </a:defRPr>
            </a:pPr>
            <a:r>
              <a:t>UN SDG 3: GOOD HEALTH &amp; WELL-BEING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Solution: MindWell AI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65F46"/>
                </a:solidFill>
              </a:defRPr>
            </a:pPr>
            <a:r>
              <a:t>🤖 Empathetic AI Companion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Zero-judgment check-ins for academic burnout, exam panic, and loneliness. Uses cognitive reframing based on CBT principles.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65F46"/>
                </a:solidFill>
              </a:defRPr>
            </a:pPr>
            <a:r>
              <a:t>📋 Clinical Screeners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Validated PHQ-9 (Depression) and GAD-7 (Anxiety) scoring with instant risk tier grading and customized guidance plans.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65F46"/>
                </a:solidFill>
              </a:defRPr>
            </a:pPr>
            <a:r>
              <a:t>🩺 Symptom &amp; Disease Triage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Categorizes physical complaints into Home Care, Clinic, Urgent, or Emergency care with critical red-flag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65F46"/>
                </a:solidFill>
              </a:defRPr>
            </a:pPr>
            <a:r>
              <a:t>🌬️ Somatic Calming Studio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Real-time animated 4-7-8 and Box Breathing pacers, alongside interactive 5-4-3-2-1 sensory grounding techniques.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93192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65F46"/>
                </a:solidFill>
              </a:defRPr>
            </a:pPr>
            <a:r>
              <a:t>📊 Mood Journal &amp; Analytics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Longitudinal mood tracking with factor tags to identify emotional triggers before they lead to severe burnout.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3192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65F46"/>
                </a:solidFill>
              </a:defRPr>
            </a:pPr>
            <a:r>
              <a:t>🚨 24/7 Crisis Lifeline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Automated priority safety trigger connecting users directly to verified national crisis lines (Tele-MANAS, 988, 116 123).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F3D0"/>
                </a:solidFill>
              </a:defRPr>
            </a:pPr>
            <a:r>
              <a:t>UN SDG 3: GOOD HEALTH &amp; WELL-BEING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Architecture &amp; Dual-Engine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5F46"/>
                </a:solidFill>
              </a:defRPr>
            </a:pPr>
            <a:r>
              <a:t>Engine 1: Live LLM Inference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Integrates with Google Gemini 1.5 Flash &amp; OpenAI GPT-4o-mini.</a:t>
            </a:r>
            <a:br/>
            <a:r>
              <a:t>• Generates contextual, youth-focused cognitive reframing &amp; empathetic conversational support.</a:t>
            </a:r>
            <a:br/>
            <a:r>
              <a:t>• Configurable via server environment variables or client-side settings modal.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5F46"/>
                </a:solidFill>
              </a:defRPr>
            </a:pPr>
            <a:r>
              <a:t>Engine 2: Offline Clinical Heuristic Engine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Guarantees 100% platform uptime.</a:t>
            </a:r>
            <a:br/>
            <a:r>
              <a:t>• Operates seamlessly without any API key or external network dependency.</a:t>
            </a:r>
            <a:br/>
            <a:r>
              <a:t>• Evaluators &amp; judges visiting on Vercel experience zero 500 crashes or blank screens.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134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5F46"/>
                </a:solidFill>
              </a:defRPr>
            </a:pPr>
            <a:r>
              <a:t>Serverless Edge Deployment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Built with Next.js 14 App Router, TypeScript, and Tailwind CSS.</a:t>
            </a:r>
            <a:br/>
            <a:r>
              <a:t>• Deploys as stateless edge functions on Vercel with zero server overhead.</a:t>
            </a:r>
            <a:br/>
            <a:r>
              <a:t>• Mobile-first responsive UI with native dark/light theme toggle.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F3D0"/>
                </a:solidFill>
              </a:defRPr>
            </a:pPr>
            <a:r>
              <a:t>UN SDG 3: GOOD HEALTH &amp; WELL-BEING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Evidence-Based Clinical Screening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65F46"/>
                </a:solidFill>
              </a:defRPr>
            </a:pPr>
            <a:r>
              <a:t>PHQ-9 Depression Screener</a:t>
            </a:r>
          </a:p>
          <a:p>
            <a:pPr>
              <a:defRPr sz="1350">
                <a:solidFill>
                  <a:srgbClr val="1F2937"/>
                </a:solidFill>
              </a:defRPr>
            </a:pPr>
            <a:r>
              <a:t>• Standardized 9-question clinical diagnostic tool measuring depressive severity.</a:t>
            </a:r>
            <a:br/>
            <a:r>
              <a:t>• Automated scoring classifies into 5 tiers: Minimal (0-4), Mild (5-9), Moderate (10-14), Moderately Severe (15-19), and Severe (20-27).</a:t>
            </a:r>
            <a:br/>
            <a:r>
              <a:t>• Flag on Question 9 (self-harm thoughts) triggers instant priority safety protocol.</a:t>
            </a:r>
            <a:br/>
            <a:r>
              <a:t>• Delivers personalized self-care action steps and counselor consultation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65F46"/>
                </a:solidFill>
              </a:defRPr>
            </a:pPr>
            <a:r>
              <a:t>GAD-7 Anxiety Screener</a:t>
            </a:r>
          </a:p>
          <a:p>
            <a:pPr>
              <a:defRPr sz="1350">
                <a:solidFill>
                  <a:srgbClr val="1F2937"/>
                </a:solidFill>
              </a:defRPr>
            </a:pPr>
            <a:r>
              <a:t>• Standardized 7-item clinical questionnaire measuring generalized anxiety disorder.</a:t>
            </a:r>
            <a:br/>
            <a:r>
              <a:t>• Tracks somatic agitation, uncontrollable worry, and panic frequency.</a:t>
            </a:r>
            <a:br/>
            <a:r>
              <a:t>• Instant score breakdown with targeted grounding recommendations.</a:t>
            </a:r>
            <a:br/>
            <a:r>
              <a:t>• Recommends real-time nervous system regulation (Box Breathing / 5-4-3-2-1).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F3D0"/>
                </a:solidFill>
              </a:defRPr>
            </a:pPr>
            <a:r>
              <a:t>UN SDG 3: GOOD HEALTH &amp; WELL-BEING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Clinical Safety &amp; Crisis Intervention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645920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E11D48"/>
                </a:solidFill>
              </a:defRPr>
            </a:pPr>
            <a:r>
              <a:t>🚨 ZERO-LATENCY SAFETY ESCALATION ARCHITECTURE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If suicidal ideation, self-harm, or severe emergency triggers are detected in chat or clinical screening, standard conversational responses are bypassed. The system immediately displays empathetic de-escalation copy and verified 24/7 one-click emergency hotlines.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3413455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065F46"/>
                </a:solidFill>
              </a:defRPr>
            </a:pPr>
            <a:r>
              <a:t>India: Tele-MANAS &amp; KIRAN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Toll-Free: 14416 / 1800-891-4416</a:t>
            </a:r>
            <a:br/>
            <a:r>
              <a:t>24/7 National Mental Health Helpline (Govt. of India)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474720"/>
            <a:ext cx="3413455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065F46"/>
                </a:solidFill>
              </a:defRPr>
            </a:pPr>
            <a:r>
              <a:t>USA &amp; Canada: 988 Lifeline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Call or Text 988</a:t>
            </a:r>
            <a:br/>
            <a:r>
              <a:t>24/7 Free, Confidential Suicide &amp; Crisis Lifeline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474720"/>
            <a:ext cx="3413455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065F46"/>
                </a:solidFill>
              </a:defRPr>
            </a:pPr>
            <a:r>
              <a:t>UK: Samaritans &amp; Crisis Text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Call 116 123 (Samaritans)</a:t>
            </a:r>
            <a:br/>
            <a:r>
              <a:t>Text HOME to 741741 (Crisis Text Line)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F3D0"/>
                </a:solidFill>
              </a:defRPr>
            </a:pPr>
            <a:r>
              <a:t>UN SDG 3: GOOD HEALTH &amp; WELL-BEING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Business Model &amp; Lean Canvas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65F46"/>
                </a:solidFill>
              </a:defRPr>
            </a:pPr>
            <a:r>
              <a:t>Target Users</a:t>
            </a:r>
          </a:p>
          <a:p>
            <a:pPr>
              <a:defRPr sz="1250">
                <a:solidFill>
                  <a:srgbClr val="1F2937"/>
                </a:solidFill>
              </a:defRPr>
            </a:pPr>
            <a:r>
              <a:t>High school &amp; college students, competitive exam aspirants, young professionals.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65F46"/>
                </a:solidFill>
              </a:defRPr>
            </a:pPr>
            <a:r>
              <a:t>Value Proposition</a:t>
            </a:r>
          </a:p>
          <a:p>
            <a:pPr>
              <a:defRPr sz="1250">
                <a:solidFill>
                  <a:srgbClr val="1F2937"/>
                </a:solidFill>
              </a:defRPr>
            </a:pPr>
            <a:r>
              <a:t>Confidential, 24/7 zero-stigma mental health check-ins &amp; validated screening.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65F46"/>
                </a:solidFill>
              </a:defRPr>
            </a:pPr>
            <a:r>
              <a:t>Channels</a:t>
            </a:r>
          </a:p>
          <a:p>
            <a:pPr>
              <a:defRPr sz="1250">
                <a:solidFill>
                  <a:srgbClr val="1F2937"/>
                </a:solidFill>
              </a:defRPr>
            </a:pPr>
            <a:r>
              <a:t>University wellness centers, campus clubs, Reddit/Discord forums, Vercel web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65F46"/>
                </a:solidFill>
              </a:defRPr>
            </a:pPr>
            <a:r>
              <a:t>Revenue Model</a:t>
            </a:r>
          </a:p>
          <a:p>
            <a:pPr>
              <a:defRPr sz="1250">
                <a:solidFill>
                  <a:srgbClr val="1F2937"/>
                </a:solidFill>
              </a:defRPr>
            </a:pPr>
            <a:r>
              <a:t>Free student tier (SDG mission), B2B university licensing, telehealth partner referrals.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93192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65F46"/>
                </a:solidFill>
              </a:defRPr>
            </a:pPr>
            <a:r>
              <a:t>Cost Structure</a:t>
            </a:r>
          </a:p>
          <a:p>
            <a:pPr>
              <a:defRPr sz="1250">
                <a:solidFill>
                  <a:srgbClr val="1F2937"/>
                </a:solidFill>
              </a:defRPr>
            </a:pPr>
            <a:r>
              <a:t>Serverless Vercel edge hosting, AI inference API calls, clinical audit reviews.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931920"/>
            <a:ext cx="341345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65F46"/>
                </a:solidFill>
              </a:defRPr>
            </a:pPr>
            <a:r>
              <a:t>Unfair Advantage</a:t>
            </a:r>
          </a:p>
          <a:p>
            <a:pPr>
              <a:defRPr sz="1250">
                <a:solidFill>
                  <a:srgbClr val="1F2937"/>
                </a:solidFill>
              </a:defRPr>
            </a:pPr>
            <a:r>
              <a:t>Zero-install edge speed, dual-engine fallback, standardized clinical instruments.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F3D0"/>
                </a:solidFill>
              </a:defRPr>
            </a:pPr>
            <a:r>
              <a:t>UN SDG 3: GOOD HEALTH &amp; WELL-BEING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Vercel Deployment &amp; Codebase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5F46"/>
                </a:solidFill>
              </a:defRPr>
            </a:pPr>
            <a:r>
              <a:t>GitHub Repository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Live Codebase: github.com/GARVITBADRAHAN/ai-health-checker-</a:t>
            </a:r>
            <a:br/>
            <a:r>
              <a:t>• Branch: main</a:t>
            </a:r>
            <a:br/>
            <a:r>
              <a:t>• Fully tracked and committed with clean Git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4134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5F46"/>
                </a:solidFill>
              </a:defRPr>
            </a:pPr>
            <a:r>
              <a:t>Production Build Validated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Compiled cleanly: `npm run build` exited with code 0.</a:t>
            </a:r>
            <a:br/>
            <a:r>
              <a:t>• 6 static pages &amp; dynamic serverless edge API endpoints.</a:t>
            </a:r>
            <a:br/>
            <a:r>
              <a:t>• 100% TypeScript typed, zero warning build.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134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065F46"/>
                </a:solidFill>
              </a:defRPr>
            </a:pPr>
            <a:r>
              <a:t>1-Click Vercel Deployment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• Natively supported on Vercel with zero config.</a:t>
            </a:r>
            <a:br/>
            <a:r>
              <a:t>• Built-in fallback engine guarantees live demonstration success with or without environment variables.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F3D0"/>
                </a:solidFill>
              </a:defRPr>
            </a:pPr>
            <a:r>
              <a:t>UN SDG 3: GOOD HEALTH &amp; WELL-BEING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Impact, Future Roadmap &amp;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65F46"/>
                </a:solidFill>
              </a:defRPr>
            </a:pPr>
            <a:r>
              <a:t>Immediate Impact</a:t>
            </a:r>
          </a:p>
          <a:p>
            <a:pPr>
              <a:defRPr sz="1350">
                <a:solidFill>
                  <a:srgbClr val="1F2937"/>
                </a:solidFill>
              </a:defRPr>
            </a:pPr>
            <a:r>
              <a:t>• Eradicates the barrier to entry for youth mental wellness check-ins.</a:t>
            </a:r>
            <a:br/>
            <a:r>
              <a:t>• Standardizes early depression and anxiety risk detection (PHQ-9 / GAD-7).</a:t>
            </a:r>
            <a:br/>
            <a:r>
              <a:t>• Equips students with instant somatic calming tools during panic spirals.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065F46"/>
                </a:solidFill>
              </a:defRPr>
            </a:pPr>
            <a:r>
              <a:t>Future Roadmap</a:t>
            </a:r>
          </a:p>
          <a:p>
            <a:pPr>
              <a:defRPr sz="1350">
                <a:solidFill>
                  <a:srgbClr val="1F2937"/>
                </a:solidFill>
              </a:defRPr>
            </a:pPr>
            <a:r>
              <a:t>• Multi-lingual voice interface supporting regional languages (Hindi, Spanish, etc.).</a:t>
            </a:r>
            <a:br/>
            <a:r>
              <a:t>• Anonymous university counselor referral bridge.</a:t>
            </a:r>
            <a:br/>
            <a:r>
              <a:t>• Wearable biometric sync (heart rate variability &amp; sleep pattern inputs).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